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AI活用のコスパを最大化する方法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トークン制約時代の依頼設計・CLI運用・共有資産化</a:t>
            </a:r>
          </a:p>
          <a:p>
            <a:r>
              <a:t>（Qiita記事よりLT資料作成）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AI活用の「コスパ」の本質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「単価」ではなく「完了までの総コスト」で考える</a:t>
            </a:r>
          </a:p>
          <a:p>
            <a:pPr/>
            <a:r>
              <a:t>要件整理の時間 + 修正回数 + レビュー工数 = 総コスト</a:t>
            </a:r>
          </a:p>
          <a:p>
            <a:pPr>
              <a:defRPr b="1"/>
            </a:pPr>
            <a:r>
              <a:t>本質：たくさん質問することではなく、再試行を減らす設計</a:t>
            </a:r>
          </a:p>
          <a:p>
            <a:pPr>
              <a:defRPr b="1"/>
            </a:pPr>
            <a:r>
              <a:t>認知負荷の低減：毎回「どう頼むか」で悩まない状態を作る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まず避けるべき「3つの失敗」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要件が1文だけ：「いい感じに直して」はNG</a:t>
            </a:r>
          </a:p>
          <a:p>
            <a:pPr>
              <a:defRPr b="1"/>
            </a:pPr>
            <a:r>
              <a:t>制約（Constraint）を書いていない：文字数、形式、禁止事項</a:t>
            </a:r>
          </a:p>
          <a:p>
            <a:pPr>
              <a:defRPr b="1"/>
            </a:pPr>
            <a:r>
              <a:t>巨大すぎる依頼：調査・設計・実装を一度に投げると精度が落ちる</a:t>
            </a:r>
          </a:p>
          <a:p>
            <a:pPr/>
            <a:r>
              <a:t>→ 結果として「往復」が増え、トークンと時間を浪費する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Markdownで構造化する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# 目的：何を達成したいか</a:t>
            </a:r>
          </a:p>
          <a:p>
            <a:pPr>
              <a:defRPr b="1"/>
            </a:pPr>
            <a:r>
              <a:t># 前提：現在の状況、環境</a:t>
            </a:r>
          </a:p>
          <a:p>
            <a:pPr>
              <a:defRPr b="1"/>
            </a:pPr>
            <a:r>
              <a:t># 制約：技術選定、納期、禁止事項</a:t>
            </a:r>
          </a:p>
          <a:p>
            <a:pPr>
              <a:defRPr b="1"/>
            </a:pPr>
            <a:r>
              <a:t># 期待する出力：形式（JSON/コード等）、完了条件</a:t>
            </a:r>
          </a:p>
          <a:p>
            <a:pPr/>
            <a:r>
              <a:t>→ 自由記述より構造化されたデータの方がAIは推論ミスしにくい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複雑な依頼は「4フェーズ」に分ける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1. 調査：既存情報の整理、用語定義</a:t>
            </a:r>
          </a:p>
          <a:p>
            <a:pPr>
              <a:defRPr b="1"/>
            </a:pPr>
            <a:r>
              <a:t>2. 設計：構成案、採用方針の決定</a:t>
            </a:r>
          </a:p>
          <a:p>
            <a:pPr>
              <a:defRPr b="1"/>
            </a:pPr>
            <a:r>
              <a:t>3. 実装：コードや本文の生成</a:t>
            </a:r>
          </a:p>
          <a:p>
            <a:pPr>
              <a:defRPr b="1"/>
            </a:pPr>
            <a:r>
              <a:t>4. レビュー：バグ、抜け漏れ、文体確認</a:t>
            </a:r>
          </a:p>
          <a:p>
            <a:pPr/>
            <a:r>
              <a:t>→ どこで品質が落ちたか切り分け可能になり、手戻りが激減する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GUIよりCLIを選ぶべき理由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⚡ パフォーマンス：VS Code拡張より高速な場合が多い</a:t>
            </a:r>
          </a:p>
          <a:p>
            <a:pPr>
              <a:defRPr b="1"/>
            </a:pPr>
            <a:r>
              <a:t>🎯 精度：入力情報の制御がしやすく、成果が安定する</a:t>
            </a:r>
          </a:p>
          <a:p>
            <a:pPr>
              <a:defRPr b="1"/>
            </a:pPr>
            <a:r>
              <a:t>💰 効率：不要なコンテキストを削り、トークン消費を抑制</a:t>
            </a:r>
          </a:p>
          <a:p>
            <a:pPr>
              <a:defRPr b="1"/>
            </a:pPr>
            <a:r>
              <a:t>🙌 マルチタスク：バックグラウンドで実行し、自身の作業を止めない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個人最適を「チーム最適」へ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共有すべき資産：テンプレート、チェックリスト、カスタムプロンプト</a:t>
            </a:r>
          </a:p>
          <a:p>
            <a:pPr>
              <a:defRPr b="1"/>
            </a:pPr>
            <a:r>
              <a:t>セキュリティ：個人情報・顧客情報のマスキングを徹底</a:t>
            </a:r>
          </a:p>
          <a:p>
            <a:pPr>
              <a:defRPr b="1"/>
            </a:pPr>
            <a:r>
              <a:t>形骸化対策：</a:t>
            </a:r>
          </a:p>
          <a:p>
            <a:pPr/>
            <a:r>
              <a:t>・最小セット（テンプレ1枚）から始める</a:t>
            </a:r>
          </a:p>
          <a:p>
            <a:pPr/>
            <a:r>
              <a:t>・月1回15分のメンテナンス時間を設ける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まとめ：明日から着手する最小セット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依頼テンプレートを1枚作る（目的・前提・制約・出力）</a:t>
            </a:r>
          </a:p>
          <a:p>
            <a:pPr/>
            <a:r>
              <a:t>2. 複雑なタスクは「4フェーズ」に分割して依頼する</a:t>
            </a:r>
          </a:p>
          <a:p>
            <a:pPr/>
            <a:r>
              <a:t>3. CLI/履歴を活用し、手順の再現性を確保する</a:t>
            </a:r>
          </a:p>
          <a:p>
            <a:pPr/>
            <a:r>
              <a:t>「ツール選びより、運用設計の差が成果を決める」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