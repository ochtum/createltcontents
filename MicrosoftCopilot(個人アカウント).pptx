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本日は、生成AIのコスパを最大化するための実践的な方法についてお話しします。</a:t>
            </a:r>
          </a:p>
          <a:p/>
          <a:p>
            <a:r>
              <a:t>[ビジュアル案] タイトル＋AIアイコン＋緑系アクセント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この5つの柱に沿って、AI活用の実務的な改善方法を紹介します。</a:t>
            </a:r>
          </a:p>
          <a:p/>
          <a:p>
            <a:r>
              <a:t>[ビジュアル案] チェックリスト風アイコン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AI活用では、依頼の質がコストと成果に大きく影響します。</a:t>
            </a:r>
          </a:p>
          <a:p/>
          <a:p>
            <a:r>
              <a:t>[ビジュアル案] コストと成果のバランスを示す天秤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Markdownテンプレートを使うことで、依頼の再現性と品質が安定します。</a:t>
            </a:r>
          </a:p>
          <a:p/>
          <a:p>
            <a:r>
              <a:t>[ビジュアル案] テンプレートの構造図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一括依頼よりも段階的に進めることで、精度とスピードが向上します。</a:t>
            </a:r>
          </a:p>
          <a:p/>
          <a:p>
            <a:r>
              <a:t>[ビジュアル案] フェーズ分割のタイムライン図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この4点を押さえるだけで、依頼の質が大きく向上します。</a:t>
            </a:r>
          </a:p>
          <a:p/>
          <a:p>
            <a:r>
              <a:t>[ビジュアル案] チェックマーク付きリスト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CLIを活用することで、実務でのAI活用がより効率的になります。</a:t>
            </a:r>
          </a:p>
          <a:p/>
          <a:p>
            <a:r>
              <a:t>[ビジュアル案] CLIとGUIの比較図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個人のノウハウをチームで再利用できる形にすることが重要です。</a:t>
            </a:r>
          </a:p>
          <a:p/>
          <a:p>
            <a:r>
              <a:t>[ビジュアル案] ナレッジ共有のアイコン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異なるAI製品間でも、共通化で運用コストを抑えられます。</a:t>
            </a:r>
          </a:p>
          <a:p/>
          <a:p>
            <a:r>
              <a:t>[ビジュアル案] 複数AIツールの比較図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AI活用にはセキュリティ意識が不可欠です。ルール整備が鍵です。</a:t>
            </a:r>
          </a:p>
          <a:p/>
          <a:p>
            <a:r>
              <a:t>[ビジュアル案] 鍵マークとチェックリスト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まずは小さく始めて、徐々に改善していくのが成功の鍵です。</a:t>
            </a:r>
          </a:p>
          <a:p/>
          <a:p>
            <a:r>
              <a:t>[ビジュアル案] スタート地点とチェックポイント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シンプルで読みやすいデザインを意識し、内容に集中できる構成にします。</a:t>
            </a:r>
          </a:p>
          <a:p/>
          <a:p>
            <a:r>
              <a:t>[ビジュアル案] 配色サンプルとフォント例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ご清聴ありがとうございました。ご質問があればぜひどうぞ！</a:t>
            </a:r>
          </a:p>
          <a:p/>
          <a:p>
            <a:r>
              <a:t>[ビジュアル案] Q&amp;Aアイコンとリンクアイコン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AI活用のコスパを最大化する方法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発表者: 淳一</a:t>
            </a:r>
          </a:p>
          <a:p>
            <a:pPr>
              <a:defRPr sz="2000"/>
            </a:pPr>
            <a:r>
              <a:t>所属: 渋谷区・東京都</a:t>
            </a:r>
          </a:p>
          <a:p>
            <a:pPr>
              <a:defRPr sz="2000"/>
            </a:pPr>
            <a:r>
              <a:t>日付: 2026年2月19日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なぜコスパ設計が重要か</a:t>
            </a:r>
          </a:p>
          <a:p>
            <a:pPr>
              <a:defRPr sz="2000"/>
            </a:pPr>
            <a:r>
              <a:t>2. 伝わる依頼設計</a:t>
            </a:r>
          </a:p>
          <a:p>
            <a:pPr>
              <a:defRPr sz="2000"/>
            </a:pPr>
            <a:r>
              <a:t>3. CLI運用の利点</a:t>
            </a:r>
          </a:p>
          <a:p>
            <a:pPr>
              <a:defRPr sz="2000"/>
            </a:pPr>
            <a:r>
              <a:t>4. チームでの共有資産化</a:t>
            </a:r>
          </a:p>
          <a:p>
            <a:pPr>
              <a:defRPr sz="2000"/>
            </a:pPr>
            <a:r>
              <a:t>5. 最小セットで始める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なぜコスパ設計が重要か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AIは無限に使えるわけではない</a:t>
            </a:r>
          </a:p>
          <a:p>
            <a:pPr>
              <a:defRPr sz="2000"/>
            </a:pPr>
            <a:r>
              <a:t>再試行を減らす設計が成果に直結</a:t>
            </a:r>
          </a:p>
          <a:p>
            <a:pPr>
              <a:defRPr sz="2000"/>
            </a:pPr>
            <a:r>
              <a:t>曖昧な依頼はトークン浪費の原因</a:t>
            </a:r>
          </a:p>
          <a:p>
            <a:pPr>
              <a:defRPr sz="2000"/>
            </a:pPr>
            <a:r>
              <a:t>明確な依頼で成功率と速度が向上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依頼設計の基本: Markdownテンプレート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目的・前提・制約・期待出力を明示</a:t>
            </a:r>
          </a:p>
          <a:p>
            <a:pPr>
              <a:defRPr sz="2000"/>
            </a:pPr>
            <a:r>
              <a:t>構造化でAIの理解精度が向上</a:t>
            </a:r>
          </a:p>
          <a:p>
            <a:pPr>
              <a:defRPr sz="2000"/>
            </a:pPr>
            <a:r>
              <a:t>自由記述よりもテンプレートが有効</a:t>
            </a:r>
          </a:p>
          <a:p>
            <a:pPr>
              <a:defRPr sz="2000"/>
            </a:pPr>
            <a:r>
              <a:t>出力形式や完了条件も明記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複雑な依頼は4フェーズに分割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調査: 情報収集・前提確認</a:t>
            </a:r>
          </a:p>
          <a:p>
            <a:pPr>
              <a:defRPr sz="2000"/>
            </a:pPr>
            <a:r>
              <a:t>2. 設計: 方針・構成案の策定</a:t>
            </a:r>
          </a:p>
          <a:p>
            <a:pPr>
              <a:defRPr sz="2000"/>
            </a:pPr>
            <a:r>
              <a:t>3. 実装: コードや本文の生成</a:t>
            </a:r>
          </a:p>
          <a:p>
            <a:pPr>
              <a:defRPr sz="2000"/>
            </a:pPr>
            <a:r>
              <a:t>4. レビュー: 要件充足と品質確認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依頼文の品質チェックリスト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誰向けかを明記</a:t>
            </a:r>
          </a:p>
          <a:p>
            <a:pPr>
              <a:defRPr sz="2000"/>
            </a:pPr>
            <a:r>
              <a:t>完了条件を定義</a:t>
            </a:r>
          </a:p>
          <a:p>
            <a:pPr>
              <a:defRPr sz="2000"/>
            </a:pPr>
            <a:r>
              <a:t>出力形式を指定</a:t>
            </a:r>
          </a:p>
          <a:p>
            <a:pPr>
              <a:defRPr sz="2000"/>
            </a:pPr>
            <a:r>
              <a:t>禁止事項を明示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CLI運用のすすめ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再現性が高く、履歴が残る</a:t>
            </a:r>
          </a:p>
          <a:p>
            <a:pPr>
              <a:defRPr sz="2000"/>
            </a:pPr>
            <a:r>
              <a:t>トークン効率が良い場合が多い</a:t>
            </a:r>
          </a:p>
          <a:p>
            <a:pPr>
              <a:defRPr sz="2000"/>
            </a:pPr>
            <a:r>
              <a:t>マルチタスクに強い</a:t>
            </a:r>
          </a:p>
          <a:p>
            <a:pPr>
              <a:defRPr sz="2000"/>
            </a:pPr>
            <a:r>
              <a:t>GUIよりも制御性が高い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共有資産化のすすめ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依頼テンプレートの共有</a:t>
            </a:r>
          </a:p>
          <a:p>
            <a:pPr>
              <a:defRPr sz="2000"/>
            </a:pPr>
            <a:r>
              <a:t>レビュー観点の標準化</a:t>
            </a:r>
          </a:p>
          <a:p>
            <a:pPr>
              <a:defRPr sz="2000"/>
            </a:pPr>
            <a:r>
              <a:t>カスタムプロンプトの再利用</a:t>
            </a:r>
          </a:p>
          <a:p>
            <a:pPr>
              <a:defRPr sz="2000"/>
            </a:pPr>
            <a:r>
              <a:t>スキルやエージェントの定義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エージェント差分への対応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共通部分と製品依存部分を分離</a:t>
            </a:r>
          </a:p>
          <a:p>
            <a:pPr>
              <a:defRPr sz="2000"/>
            </a:pPr>
            <a:r>
              <a:t>目的・制約などは共通化</a:t>
            </a:r>
          </a:p>
          <a:p>
            <a:pPr>
              <a:defRPr sz="2000"/>
            </a:pPr>
            <a:r>
              <a:t>出力形式やツール呼び出しは個別対応</a:t>
            </a:r>
          </a:p>
          <a:p>
            <a:pPr>
              <a:defRPr sz="2000"/>
            </a:pPr>
            <a:r>
              <a:t>移植性が高まり、運用が安定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セキュリティ前提の運用ルール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個人・機密情報は入力しない</a:t>
            </a:r>
          </a:p>
          <a:p>
            <a:pPr>
              <a:defRPr sz="2000"/>
            </a:pPr>
            <a:r>
              <a:t>必要ならマスキングを徹底</a:t>
            </a:r>
          </a:p>
          <a:p>
            <a:pPr>
              <a:defRPr sz="2000"/>
            </a:pPr>
            <a:r>
              <a:t>ログ保存と公開範囲を確認</a:t>
            </a:r>
          </a:p>
          <a:p>
            <a:pPr>
              <a:defRPr sz="2000"/>
            </a:pPr>
            <a:r>
              <a:t>社内ガイドラインに準拠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まず始めるべき最小セット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依頼テンプレートを1枚作る</a:t>
            </a:r>
          </a:p>
          <a:p>
            <a:pPr>
              <a:defRPr sz="2000"/>
            </a:pPr>
            <a:r>
              <a:t>4フェーズでタスクを分割</a:t>
            </a:r>
          </a:p>
          <a:p>
            <a:pPr>
              <a:defRPr sz="2000"/>
            </a:pPr>
            <a:r>
              <a:t>CLIで実行履歴を残す</a:t>
            </a:r>
          </a:p>
          <a:p>
            <a:pPr>
              <a:defRPr sz="2000"/>
            </a:pPr>
            <a:r>
              <a:t>効果測定指標を設定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デザイン指針（LT向け）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背景: 白 or 薄いグレー</a:t>
            </a:r>
          </a:p>
          <a:p>
            <a:pPr>
              <a:defRPr sz="2000"/>
            </a:pPr>
            <a:r>
              <a:t>テキスト: ダークグレー or ブラック</a:t>
            </a:r>
          </a:p>
          <a:p>
            <a:pPr>
              <a:defRPr sz="2000"/>
            </a:pPr>
            <a:r>
              <a:t>アクセントカラー: 緑系 (#2E7D32)</a:t>
            </a:r>
          </a:p>
          <a:p>
            <a:pPr>
              <a:defRPr sz="2000"/>
            </a:pPr>
            <a:r>
              <a:t>フォント: メイリオ or 游ゴシック</a:t>
            </a:r>
          </a:p>
          <a:p>
            <a:pPr>
              <a:defRPr sz="2000"/>
            </a:pPr>
            <a:r>
              <a:t>箇条書き中心、1スライド1メッセージ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参考URL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https://qiita.com/masakinihirota/items/c5823fab7a82eeffbafe</a:t>
            </a:r>
          </a:p>
          <a:p>
            <a:pPr>
              <a:defRPr sz="2000"/>
            </a:pPr>
            <a:r>
              <a:t>https://developers.openai.com/codex/cli/</a:t>
            </a:r>
          </a:p>
          <a:p>
            <a:pPr>
              <a:defRPr sz="2000"/>
            </a:pPr>
            <a:r>
              <a:t>https://cli.github.com/manual/</a:t>
            </a:r>
          </a:p>
          <a:p>
            <a:pPr>
              <a:defRPr sz="2000"/>
            </a:pPr>
            <a:r>
              <a:t>ご質問はお気軽にどうぞ！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