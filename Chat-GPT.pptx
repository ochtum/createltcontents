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AI活用のコスパを最大化する方法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〜トークン制約時代の依頼設計・CLI運用・共有資産化〜</a:t>
            </a:r>
          </a:p>
          <a:p/>
          <a:p>
            <a:r>
              <a:t>業務AIを「属人芸」から「再現可能プロセス」へ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なぜ“コスパ設計”が重要か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・指示が曖昧 → 修正往復増加</a:t>
            </a:r>
          </a:p>
          <a:p>
            <a:r>
              <a:t>・トークン消費増大</a:t>
            </a:r>
          </a:p>
          <a:p>
            <a:r>
              <a:t>・属人化する</a:t>
            </a:r>
          </a:p>
          <a:p/>
          <a:p>
            <a:r>
              <a:t>本質：『たくさん聞く』より『一発で決める設計』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まず避けるべき失敗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要件が1文（例：いい感じにして）</a:t>
            </a:r>
          </a:p>
          <a:p>
            <a:r>
              <a:t>② 制約を書かない</a:t>
            </a:r>
          </a:p>
          <a:p>
            <a:r>
              <a:t>③ 大きすぎる依頼を一括投げ</a:t>
            </a:r>
          </a:p>
          <a:p/>
          <a:p>
            <a:r>
              <a:t>→ 再試行地獄になる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伝わる依頼テンプレ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 目的</a:t>
            </a:r>
          </a:p>
          <a:p>
            <a:r>
              <a:t># 前提</a:t>
            </a:r>
          </a:p>
          <a:p>
            <a:r>
              <a:t># 制約</a:t>
            </a:r>
          </a:p>
          <a:p>
            <a:r>
              <a:t># 期待出力</a:t>
            </a:r>
          </a:p>
          <a:p/>
          <a:p>
            <a:r>
              <a:t>構造化するだけで品質が安定する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複雑案件は4分割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調査</a:t>
            </a:r>
          </a:p>
          <a:p>
            <a:r>
              <a:t>② 設計</a:t>
            </a:r>
          </a:p>
          <a:p>
            <a:r>
              <a:t>③ 実装</a:t>
            </a:r>
          </a:p>
          <a:p>
            <a:r>
              <a:t>④ レビュー</a:t>
            </a:r>
          </a:p>
          <a:p/>
          <a:p>
            <a:r>
              <a:t>分割する方が結果的に速い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なぜCLI中心が強いのか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・高速</a:t>
            </a:r>
          </a:p>
          <a:p>
            <a:r>
              <a:t>・精度安定</a:t>
            </a:r>
          </a:p>
          <a:p>
            <a:r>
              <a:t>・トークン節約</a:t>
            </a:r>
          </a:p>
          <a:p>
            <a:r>
              <a:t>・履歴が残る（再現性）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チームで効く共有資産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・依頼テンプレ</a:t>
            </a:r>
          </a:p>
          <a:p>
            <a:r>
              <a:t>・チェックリスト</a:t>
            </a:r>
          </a:p>
          <a:p>
            <a:r>
              <a:t>・カスタムプロンプト</a:t>
            </a:r>
          </a:p>
          <a:p>
            <a:r>
              <a:t>・エージェント設定</a:t>
            </a:r>
          </a:p>
          <a:p/>
          <a:p>
            <a:r>
              <a:t>最小構成から開始し、月1回更新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まとめ：まずこれだけ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テンプレ1枚作る</a:t>
            </a:r>
          </a:p>
          <a:p>
            <a:r>
              <a:t>② 4フェーズ分割</a:t>
            </a:r>
          </a:p>
          <a:p>
            <a:r>
              <a:t>③ CLIで履歴管理</a:t>
            </a:r>
          </a:p>
          <a:p/>
          <a:p>
            <a:r>
              <a:t>AIは『運用設計』で差がつく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